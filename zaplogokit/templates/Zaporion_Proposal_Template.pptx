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Name | Date</a:t>
            </a:r>
          </a:p>
        </p:txBody>
      </p:sp>
      <p:pic>
        <p:nvPicPr>
          <p:cNvPr id="4" name="Picture 3" descr="zaporion-logo-icon_Layer 1_128x128-72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731520" cy="731520"/>
          </a:xfrm>
          <a:prstGeom prst="rect">
            <a:avLst/>
          </a:prstGeom>
        </p:spPr>
      </p:pic>
      <p:pic>
        <p:nvPicPr>
          <p:cNvPr id="5" name="Picture 4" descr="zaporion-logo-icon_Layer 1_128x128-72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Scope of Work</a:t>
            </a:r>
          </a:p>
          <a:p>
            <a:r>
              <a:t>Solution Approach</a:t>
            </a:r>
          </a:p>
          <a:p>
            <a:r>
              <a:t>Pricing</a:t>
            </a:r>
          </a:p>
          <a:p>
            <a:r>
              <a:t>Next Steps</a:t>
            </a:r>
          </a:p>
        </p:txBody>
      </p:sp>
      <p:pic>
        <p:nvPicPr>
          <p:cNvPr id="4" name="Picture 3" descr="zaporion-logo-icon_Layer 1_128x128-72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 statement</a:t>
            </a:r>
          </a:p>
          <a:p>
            <a:r>
              <a:t>• Proposed solution</a:t>
            </a:r>
          </a:p>
          <a:p>
            <a:r>
              <a:t>• Key benefits</a:t>
            </a:r>
          </a:p>
        </p:txBody>
      </p:sp>
      <p:pic>
        <p:nvPicPr>
          <p:cNvPr id="4" name="Picture 3" descr="zaporion-logo-icon_Layer 1_128x128-72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Work</a:t>
            </a:r>
          </a:p>
        </p:txBody>
      </p:sp>
      <p:pic>
        <p:nvPicPr>
          <p:cNvPr id="3" name="Picture 2" descr="zaporion-logo-icon_Layer 1_128x128-72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943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